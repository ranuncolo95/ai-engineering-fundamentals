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w1L6y1IKoQEeZBXMOLtti5GHd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Conoscenza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Personalizzata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566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 Engineering — Lezione 4 di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40233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📅  Giovedì 28/05/2026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⏱  5 ore  •  Monte ore: 20/30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📖  Huyen Cap. 6 — sezione RAG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Cosa facciamo oggi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914400"/>
            <a:ext cx="64008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28600" y="1005840"/>
            <a:ext cx="201168" cy="201168"/>
          </a:xfrm>
          <a:prstGeom prst="ellipse">
            <a:avLst/>
          </a:prstGeom>
          <a:solidFill>
            <a:srgbClr val="6B8C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960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63040" y="9418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Recap L3 + presentazioni gruppi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15 min recap, poi 3 × 10 min presentazioni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16916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1645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46304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problema: knowledge cutoff e documenti privati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18745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Perché RAG esiste — Huyen Cap.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8600" y="237744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23317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10:15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3040" y="2313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Pipeline RAG completa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63040" y="25603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Ingest → Retrieve → Augment → Generate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28600" y="30632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3017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63040" y="29992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Chunking, embedding, ChromaDB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63040" y="32461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Come si indicizza un documento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28600" y="3749040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37033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63040" y="36850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Laboratorio + presentazioni gruppi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63040" y="39319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RAG sul manuale WiData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914400"/>
            <a:ext cx="2468880" cy="34747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🎯 Deliverable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92240" y="14173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Chatbot che risponde su un PDF usando RAG con ChromaDB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92240" y="32004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📖 Huyen Cap.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sezione 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392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Il problema che RAG risolve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Huyen Cap. 6 — perché il modello da solo non basta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1280160"/>
            <a:ext cx="2697480" cy="3474720"/>
          </a:xfrm>
          <a:prstGeom prst="rect">
            <a:avLst/>
          </a:prstGeom>
          <a:solidFill>
            <a:srgbClr val="8B00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65760" y="137160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20574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Knowledge cutoff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548640" y="248716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FF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502920" y="2578608"/>
            <a:ext cx="2423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Claude è stato addestrato fino a una certa 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Non conosce eventi recenti, aggiornamenti,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nuovi prodotti usciti dopo il training.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46120" y="1280160"/>
            <a:ext cx="2697480" cy="3474720"/>
          </a:xfrm>
          <a:prstGeom prst="rect">
            <a:avLst/>
          </a:prstGeom>
          <a:solidFill>
            <a:srgbClr val="7B1F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246120" y="137160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337560" y="20574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Documenti privati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3429000" y="248716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FF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3"/>
          <p:cNvSpPr/>
          <p:nvPr/>
        </p:nvSpPr>
        <p:spPr>
          <a:xfrm>
            <a:off x="3383280" y="2578608"/>
            <a:ext cx="2423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I manuali tecnici WiData, le FAQ interne,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i contratti, i regolamenti aziendali 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il modello non li ha mai visti.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126480" y="1280160"/>
            <a:ext cx="2697480" cy="3474720"/>
          </a:xfrm>
          <a:prstGeom prst="rect">
            <a:avLst/>
          </a:prstGeom>
          <a:solidFill>
            <a:srgbClr val="6B000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126480" y="137160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😵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217920" y="20574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Hallucination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6309360" y="248716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FF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6263640" y="2578608"/>
            <a:ext cx="2423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Se chiedi qualcosa che non sa,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il modello inventa una risposta plausibile.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CCCC"/>
                </a:solidFill>
                <a:latin typeface="Calibri"/>
                <a:ea typeface="Calibri"/>
                <a:cs typeface="Calibri"/>
                <a:sym typeface="Calibri"/>
              </a:rPr>
              <a:t>Con RAG, risponde basandosi su fatti reali.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Soluzione: RAG — diamo al modello i documenti giusti al momento giusto, senza riaddestrarlo.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Pipeline RAG — visione completa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Due fasi: Indexing (una volta sola) e Querying (ad ogni domanda) — Huyen Cap.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74320" y="1051560"/>
            <a:ext cx="384048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20040" y="10789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 — INDEXING (una volta sola)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320" y="1463040"/>
            <a:ext cx="868680" cy="128016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74320" y="150876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2011680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Documento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(PDF, testo)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161288" y="19202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234440" y="1463040"/>
            <a:ext cx="868680" cy="128016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234440" y="150876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234440" y="2011680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(pezzi da 500 char)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121408" y="19202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194560" y="1463040"/>
            <a:ext cx="868680" cy="128016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2194560" y="150876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194560" y="2011680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(vettori)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081528" y="192024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154680" y="1463040"/>
            <a:ext cx="868680" cy="1280160"/>
          </a:xfrm>
          <a:prstGeom prst="rect">
            <a:avLst/>
          </a:prstGeom>
          <a:solidFill>
            <a:srgbClr val="D6E4F7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154680" y="150876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154680" y="2011680"/>
            <a:ext cx="868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(salva)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74320" y="2880360"/>
            <a:ext cx="841248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20040" y="29077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 — QUERYING (ad ogni domanda)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4320" y="3310128"/>
            <a:ext cx="1115568" cy="12801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74320" y="3364992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74320" y="3858768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Domanda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utente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389888" y="37490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481328" y="3310128"/>
            <a:ext cx="1115568" cy="12801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481328" y="3364992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481328" y="3858768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domanda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596896" y="37490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688336" y="3310128"/>
            <a:ext cx="1115568" cy="12801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688336" y="3364992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688336" y="3858768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Ricerca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similarità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803904" y="37490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895344" y="3310128"/>
            <a:ext cx="1115568" cy="12801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895344" y="3364992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895344" y="3858768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Top 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10912" y="37490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102352" y="3310128"/>
            <a:ext cx="1115568" cy="12801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102352" y="3364992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102352" y="3858768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augmentato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217920" y="37490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309360" y="3310128"/>
            <a:ext cx="1115568" cy="128016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309360" y="3364992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309360" y="3858768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risponde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424928" y="37490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516368" y="3310128"/>
            <a:ext cx="1115568" cy="128016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516368" y="3364992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516368" y="3858768"/>
            <a:ext cx="11155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Risposta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funzionale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4160515" y="1453890"/>
            <a:ext cx="0" cy="141720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4160520" y="182880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connette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 due fasi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Chunking — come si spezza un documento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La dimensione dei chunk è la decisione più importante del RAG — Huyen Cap.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" y="1051560"/>
            <a:ext cx="2697480" cy="356616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20040" y="1115568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11480" y="16459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Chunk troppo piccoli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11480" y="199339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50-100 caratteri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502920" y="230428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5"/>
          <p:cNvSpPr/>
          <p:nvPr/>
        </p:nvSpPr>
        <p:spPr>
          <a:xfrm>
            <a:off x="457200" y="2395728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Ogni chunk perde il contesto.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Una frase senza il paragrafo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non significa nulla da sola.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11480" y="3401568"/>
            <a:ext cx="2514600" cy="10058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57200" y="3493008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"Il sensore misura"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0400" y="1051560"/>
            <a:ext cx="2697480" cy="356616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200400" y="1115568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291840" y="16459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Chunk ottimali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291840" y="199339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400-800 caratteri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3383280" y="230428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"/>
          <p:cNvSpPr/>
          <p:nvPr/>
        </p:nvSpPr>
        <p:spPr>
          <a:xfrm>
            <a:off x="3337560" y="2395728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Abbastanza testo per avere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contesto, abbastanza piccolo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per essere preciso.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291840" y="3401568"/>
            <a:ext cx="2514600" cy="10058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337560" y="3493008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"Il sensore XS200 misura temperatura e umidità. Resistente IP67..."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080760" y="1051560"/>
            <a:ext cx="2697480" cy="356616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6080760" y="1115568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172200" y="16459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Chunk troppo grandi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172200" y="199339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2000+ caratteri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6263640" y="2304288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/>
          <p:nvPr/>
        </p:nvSpPr>
        <p:spPr>
          <a:xfrm>
            <a:off x="6217920" y="2395728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retrieval diventa impreciso: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un chunk parla di troppe cose,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è difficile trovare quello giusto.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172200" y="3401568"/>
            <a:ext cx="2514600" cy="100584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217920" y="3493008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"[intero capitolo del manuale]"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20040" y="4709160"/>
            <a:ext cx="845820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11480" y="4727448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Overlap consigliato: 50-100 caratteri tra chunk adiacenti — evita di spezzare frasi a metà.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RAG in codice — passo per passo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Dalla prima riga all'integrazione con il chatbot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65760" y="1143000"/>
            <a:ext cx="5120640" cy="3749040"/>
          </a:xfrm>
          <a:prstGeom prst="rect">
            <a:avLst/>
          </a:prstGeom>
          <a:solidFill>
            <a:srgbClr val="0A1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02920" y="1234440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chromadb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pypdf </a:t>
            </a: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PdfReader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1. Leggi e chunka il PDF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leggi_pdf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(path, chunk_size=</a:t>
            </a: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 overlap=</a:t>
            </a: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reader = PdfReader(path)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testo = ''.join([p.extract_text() for p in reader.pages])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chunks = []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for i in range(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 len(testo), chunk_size-overlap):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chunks.append(testo[i:i+chunk_size])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return chunks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2. Indicizza in ChromaDB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client = chromadb.Client()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coll = client.get_or_create_collection(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"widata_docs"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chunks = leggi_pdf(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"manuale.pdf"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coll.add(documents=chunks,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ids=[str(i) for i in range(len(chunks))])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5504688" y="19202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6" name="Google Shape;176;p6"/>
          <p:cNvSpPr/>
          <p:nvPr/>
        </p:nvSpPr>
        <p:spPr>
          <a:xfrm>
            <a:off x="5852160" y="1508760"/>
            <a:ext cx="29718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5943600" y="157276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1️⃣ Leggi il PDF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943600" y="187452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pypdf estrae il testo grezzo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ogni pagina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5504688" y="251460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/>
          <p:nvPr/>
        </p:nvSpPr>
        <p:spPr>
          <a:xfrm>
            <a:off x="5852160" y="2103120"/>
            <a:ext cx="29718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943600" y="216712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2️⃣ Chunking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943600" y="246888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Spezza in pezzi da 500 char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overlap di 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6"/>
          <p:cNvCxnSpPr/>
          <p:nvPr/>
        </p:nvCxnSpPr>
        <p:spPr>
          <a:xfrm>
            <a:off x="5504688" y="361188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4" name="Google Shape;184;p6"/>
          <p:cNvSpPr/>
          <p:nvPr/>
        </p:nvSpPr>
        <p:spPr>
          <a:xfrm>
            <a:off x="5852160" y="3200400"/>
            <a:ext cx="29718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5943600" y="326440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3️⃣ Indicizza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943600" y="356616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 calcola gli embedding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li salva automaticamente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Querying — dalla domanda alla risposta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Il retrieval e la costruzione del prompt aumentato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02920" y="1188720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cerca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(domanda, n_risultati=</a:t>
            </a: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risultati = coll.query(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query_texts=[domanda],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n_results=n_risultati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return risultati[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"documents"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chat_rag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(domanda):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    # 1. Recupera chunk rilevanti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chunks = cerca(domanda)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contesto =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"\n\n"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.join(chunks)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    # 2. Costruisci prompt aumentato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prompt = f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"""Rispondi basandoti su questi documenti: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{contesto}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Domanda: {domanda}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Se la risposta non è nei documenti, dillo chiaramente."""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    # 3. Chiama Claude con il contesto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return chiedi_claude(prompt, system=SYSTEM_WIDATA)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7"/>
          <p:cNvCxnSpPr/>
          <p:nvPr/>
        </p:nvCxnSpPr>
        <p:spPr>
          <a:xfrm>
            <a:off x="5504688" y="164592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7" name="Google Shape;197;p7"/>
          <p:cNvSpPr/>
          <p:nvPr/>
        </p:nvSpPr>
        <p:spPr>
          <a:xfrm>
            <a:off x="5852160" y="1261872"/>
            <a:ext cx="2971800" cy="8686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943600" y="13258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1️⃣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943600" y="1627632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ChromaDB trova i 3 chunk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più simili alla domanda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7"/>
          <p:cNvCxnSpPr/>
          <p:nvPr/>
        </p:nvCxnSpPr>
        <p:spPr>
          <a:xfrm>
            <a:off x="5504688" y="274320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1" name="Google Shape;201;p7"/>
          <p:cNvSpPr/>
          <p:nvPr/>
        </p:nvSpPr>
        <p:spPr>
          <a:xfrm>
            <a:off x="5852160" y="2359152"/>
            <a:ext cx="2971800" cy="8686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943600" y="242316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2️⃣ Augmentation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943600" y="2724912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 chunk diventano contesto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nel prompt a Claude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5504688" y="39776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5" name="Google Shape;205;p7"/>
          <p:cNvSpPr/>
          <p:nvPr/>
        </p:nvSpPr>
        <p:spPr>
          <a:xfrm>
            <a:off x="5852160" y="3593592"/>
            <a:ext cx="2971800" cy="8686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943600" y="365760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3️⃣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943600" y="3959352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Claude risponde basandosi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sul contesto fornito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Quando RAG fallisce — e come rimediare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Huyen Cap. 6 — retrieval failures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20040" y="1051560"/>
            <a:ext cx="4114800" cy="18745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20040" y="1051560"/>
            <a:ext cx="41148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11480" y="11155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Retrieval sbagliato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11480" y="152704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 chunk recuperati non sono rilevanti. Il modello risponde basandosi su informazioni sbagliate.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11480" y="2167128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Fix: </a:t>
            </a: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Migliora la qualità dei chunk (più overlap), aumenta n_results, usa reranking.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663440" y="1051560"/>
            <a:ext cx="4114800" cy="18745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754880" y="11155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✂️  Chunk non contestuali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754880" y="152704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chunk è spezzato a metà frase o paragrafo. Manca il contesto per capirlo.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754880" y="2167128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Fix: </a:t>
            </a: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Aumenta la dimensione del chunk o aggiungi overlap. Spezza sui paragrafi, non a lunghezza fissa.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20040" y="3063240"/>
            <a:ext cx="4114800" cy="18745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20040" y="3063240"/>
            <a:ext cx="4114800" cy="4114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11480" y="31272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😵  Hallucination residua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11480" y="353872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modello ignora il contesto e risponde con le sue conoscenze interne o inventa.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11480" y="4178808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Fix: </a:t>
            </a: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Aggiungi nel system prompt: 'Rispondi SOLO basandoti sui documenti forniti. Se non trovi la risposta, dillo.'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663440" y="3063240"/>
            <a:ext cx="4114800" cy="18745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663440" y="3063240"/>
            <a:ext cx="411480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754880" y="31272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📏  Contesto troppo lungo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754880" y="353872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Troppi chunk nel prompt superano la context window o confondono il modello.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754880" y="4178808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Fix: </a:t>
            </a: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Riduci n_results a 3-5 chunk. Usa reranking per prendere solo i migliori.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5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💻 Laboratorio — Esercizi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Obiettivo: chatbot WiData che risponde sul manuale prodotti usando RAG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2412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Indicizzare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un PDF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02412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★☆☆ 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7548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Leggi un PDF a tua scelta con pypdf,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spezzalo in chunk e indicizzalo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in ChromaDB. Verifica che funzioni.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1324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Ricerca semantica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41324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86460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Fai 5 domande al database.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Stampa i chunk recuperati.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Sono rilevanti? Come mai sì/no?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2412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 RAG nel chatbot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02412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7548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Collega la funzione cerca()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al chatbot della Lezione 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Testa con domande sul documento.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41324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RAG WiData (Deliverable)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41324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★★★  Deliverable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86460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Chatbot completo: RAG + storia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streaming + system prompt WiData.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Testa con il manuale reale.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Wrap-up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Cosa hai imparato oggi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40080" y="1508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Cos'è RAG e perché esiste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40080" y="183794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Pipeline: Ingest → Retrieve → Augment → Generate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40080" y="21671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Chunking: dimensione e overlap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40080" y="2496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 + ChromaDB per la ricerca semantica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0080" y="2825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Costruire il prompt aumentato con il contesto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40080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Gestire i fallimenti del retrieval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" y="34838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Integrare RAG nel chatbot esistente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E877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Deliverable da consegnare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846320" y="144475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RAG con: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PDF indicizzato in ChromaDB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Ricerca semantica funzionante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Prompt aumentato con contesto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Streaming + system prompt WiData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Pushato su GitHub in lezione4/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Prima della Lezione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846320" y="341071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Leggi Huyen Cap.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sezione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Giovedì 04/06 il chatbot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inicierà ad agire! 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2026-05-13T09:57:39Z</dcterms:created>
  <dc:creator>Marco Uras</dc:creator>
</cp:coreProperties>
</file>