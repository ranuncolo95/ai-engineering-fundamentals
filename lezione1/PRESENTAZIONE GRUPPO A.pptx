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35904e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35904e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335904e1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335904e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335904e1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335904e1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35904e1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335904e1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35904e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335904e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335904e1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335904e1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35904e1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335904e1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35904e1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335904e1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		PRESENTAZIONE GRUPPO 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è un token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token è come l’LLM divide le parole che prende in input. L’elaborazione procede token per token finché il modello non termina la generazione.</a:t>
            </a:r>
            <a:br>
              <a:rPr lang="it"/>
            </a:br>
            <a:br>
              <a:rPr lang="it"/>
            </a:br>
            <a:r>
              <a:rPr lang="it"/>
              <a:t>ad esempio la frase: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Frase IT: 'L'intelligenza artificiale sta cambiando il mondo del lavoro in modo profondo.'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</a:rPr>
              <a:t>contiene: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Token IT: 27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l’italiano costa di più?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Secondo noi la lingua italiana produce più token rispetto all’inglese perché è una lingua che ha una grammatica più complessa e articolata. Le parole in italiano sono anche generalmente più lunghe rispetto a quelle inglesi.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Frase IT: 'L'intelligenza artificiale sta cambiando il mondo del lavoro in modo profondo.'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Token IT: 27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Frase EN: 'Artificial intelligence is deeply changing the world of work.'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Token EN: 18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Differenza: 9 token in più per l'italiano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Overhead: +50%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6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Quanto costa una conversazione reale?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06900"/>
            <a:ext cx="8520600" cy="3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/>
              <a:t>Il costo della conversazione dipende da molte variabili, prima che dell’input e output, la variabile principale è il modello utilizzato. Modelli allo stato dell’arte costano ovviamente più di quelli più piccoli e meno performanti. è inoltre importante quanto contesto prende in input l’LLM. Solo dopo vengono gli effettivi input ed output del modello. Ad esempio, questa conversazione: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4500"/>
              <a:t>queste domande:</a:t>
            </a:r>
            <a:endParaRPr sz="4500"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domande = 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t" sz="45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"Cosa fa WiData?"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t" sz="45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"Che tipo di sensori offrite?"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t" sz="45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"Funzionano all'aperto?"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t" sz="45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"Come si connettono al cloud?"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45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t" sz="45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"Quanto costano?"</a:t>
            </a: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5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/>
              <a:t>hanno generato un costo di 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4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Costo totale della conversazione: $ 0.007355</a:t>
            </a:r>
            <a:endParaRPr sz="4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D6D3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D6D3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Vale la pena ottimizzare il system prompt?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67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Abbiamo fatto due prove, mettendo a confronto due system prompt che influiscono sul numero di token erogati dall’LLM.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t"/>
            </a:br>
            <a:r>
              <a:rPr lang="it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system_lungo = </a:t>
            </a: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Sei Aria, l'assistente virtuale di Widata, una piattaforma dedicata a servizi per smart cities. Il tuo ruolo è aiutare gli utenti in modo cordiale, professionale e preciso, offrendo risposte chiare e soluzioni concrete.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Identità e tono Comunichi in italiano con uno stile cortese ma diretto, evitando formalismi eccessivi. Dai del "tu" all'utente, salvo passare al "lei" se l'utente si rivolge a te con un registro più formale.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Mantieni un tono positivo e disponibile, senza risultare artificioso o eccessivamente entusiasta. Rispondi con grande dettaglio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system_corto = </a:t>
            </a: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Sei l'assistente virutale di Widata. Rispondi nel modo più breve possibile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4982400" y="1794075"/>
            <a:ext cx="40692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Ottenendo questi risultati: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token della risposta corta sono: 73, i token della risposta lunga sono: 322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Il costo della chiamata corta era : $0.000365, il costo della chiamata lunga era: $0.001610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Domanda: </a:t>
            </a: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"Quali prodotti offrite?"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Risposta corta: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          Non ho abbastanza contesto per rispondere. Puoi specificare a cosa ti riferisci? 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Ad esempio: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- Quali prodotti/servizi Widata?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- Quale piano o soluzione?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05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Così potrò aiutarti meglio! 😊</a:t>
            </a:r>
            <a:endParaRPr sz="105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it"/>
              <a:t>Domanda: </a:t>
            </a:r>
            <a:r>
              <a:rPr lang="it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"Quali prodotti offrite?"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Risposta lunga:! 👋</a:t>
            </a:r>
            <a:endParaRPr sz="110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Apprezzo la domanda, ma per darti un'informazione precisa sui costi, mi servirebbero alcuni dettagli in più:</a:t>
            </a:r>
            <a:endParaRPr sz="110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**Cosa stai cercando?**</a:t>
            </a:r>
            <a:endParaRPr sz="110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- Sei interessato a servizi specifici per la tua città o comune? - Hai un progetto smart city in mente? - Vuoi conoscere i prezzi di una soluzione particolare? **Widata offre soluzioni diverse**, che possono includere: - **Piattaforme di gestione dati urbani** - **Servizi di analisi e monitoraggio** - **Soluzioni IoT e sensori** - **Consulenza e implementazione**I costi variano molto in base a: - La dimensione della città/area - Il numero di servizi attivati- La complessità dell'implementazione- Il periodo di contratto</a:t>
            </a:r>
            <a:endParaRPr sz="110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D6D3CD"/>
                </a:solidFill>
                <a:highlight>
                  <a:srgbClr val="202224"/>
                </a:highlight>
                <a:latin typeface="Courier New"/>
                <a:ea typeface="Courier New"/>
                <a:cs typeface="Courier New"/>
                <a:sym typeface="Courier New"/>
              </a:rPr>
              <a:t>**Ti suggerisco di:**1. Dirmi quali servizi ti interessano 2. Contattare direttamente il nostro team commerciale per un preventivo personalizzato Posso aiutarti a capire quali soluzioni potrebbero fare al caso tuo, oppure posso guidarti verso i contatti giusti per una proposta commerciale. Cosa preferisci? 😊</a:t>
            </a:r>
            <a:endParaRPr sz="1100">
              <a:solidFill>
                <a:srgbClr val="D6D3CD"/>
              </a:solidFill>
              <a:highlight>
                <a:srgbClr val="20222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it"/>
              <a:t>Vale la pena ottimizzare il system prompt?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</a:t>
            </a:r>
            <a:r>
              <a:rPr lang="it"/>
              <a:t>ale sicuramente la pena ottimizzare il system prompt per ottenere risposte più aderenti alle nostre esigenze.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Con un system prompt ben personalizzato si ottengono risultati migliori rispetto ad uno troppo generico</a:t>
            </a:r>
            <a:r>
              <a:rPr lang="it"/>
              <a:t> mantenendo i costi ridotti.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Il modello se lasciato senza indicazioni, tende a generare più token di quelli veramente necessari all’utente finale.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cosa più sorprendente che abbiamo scoperto è: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il system prompt possa cambiare la qualità della risposta e ottenere un risultato più vicino alle esigenze dell’utente finale. è importante avere il controllo su come l’LLM deve agire, concedere solo la giusta quantità di libertà sulla generazione delle informazioni.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Un’altra parte molto importante riguarda il numero di token generati, e avere sotto controllo questo aspetto può fare la differenza tra un’applicazione profittevole e una che va in perdita.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